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Decks Restored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210</c:v>
                </c:pt>
                <c:pt idx="2">
                  <c:v>340</c:v>
                </c:pt>
                <c:pt idx="3">
                  <c:v>480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308610"/>
            <a:ext cx="9997190" cy="891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[STRATEGY 2026]  </a:t>
            </a:r>
            <a:r>
              <a:rPr sz="2400" b="1">
                <a:solidFill>
                  <a:srgbClr val="0F172A"/>
                </a:solidFill>
              </a:rPr>
              <a:t>AI Agentic Automation Platform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64748B"/>
                </a:solidFill>
              </a:rPr>
              <a:t>Driving operational excellence through native multimodal reconstruction</a:t>
            </a:r>
          </a:p>
        </p:txBody>
      </p:sp>
      <p:pic>
        <p:nvPicPr>
          <p:cNvPr id="3" name="Picture 2" descr="samp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608" y="342900"/>
            <a:ext cx="792460" cy="7886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87667" y="1371600"/>
            <a:ext cx="3535591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0543" y="1508760"/>
            <a:ext cx="3169840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01 Core Capabilities
</a:t>
            </a:r>
            <a:r>
              <a:rPr sz="1000" b="0">
                <a:solidFill>
                  <a:srgbClr val="64748B"/>
                </a:solidFill>
              </a:rPr>
              <a:t>Key strategic pillars for autonomous slide generation: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2194560"/>
            <a:ext cx="3169840" cy="2125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b="1" sz="1000">
                <a:solidFill>
                  <a:srgbClr val="1E293B"/>
                </a:solidFill>
              </a:rPr>
              <a:t>Native Reconstruction: </a:t>
            </a:r>
            <a:r>
              <a:rPr sz="1000">
                <a:solidFill>
                  <a:srgbClr val="475569"/>
                </a:solidFill>
              </a:rPr>
              <a:t>True PowerPoint shapes, textframes, and tables.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b="1" sz="1000">
                <a:solidFill>
                  <a:srgbClr val="1E293B"/>
                </a:solidFill>
              </a:rPr>
              <a:t>Quality Gates: </a:t>
            </a:r>
            <a:r>
              <a:rPr sz="1000">
                <a:solidFill>
                  <a:srgbClr val="475569"/>
                </a:solidFill>
              </a:rPr>
              <a:t>Enforces strict style, blueprint, and typography checks.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b="1" sz="1000">
                <a:solidFill>
                  <a:srgbClr val="1E293B"/>
                </a:solidFill>
              </a:rPr>
              <a:t>Visual Verification: </a:t>
            </a:r>
            <a:r>
              <a:rPr sz="1000">
                <a:solidFill>
                  <a:srgbClr val="475569"/>
                </a:solidFill>
              </a:rPr>
              <a:t>Automates side-by-side diffing and inspection.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b="1" sz="1000">
                <a:solidFill>
                  <a:srgbClr val="1E293B"/>
                </a:solidFill>
              </a:rPr>
              <a:t>Zero Bottleneck: </a:t>
            </a:r>
            <a:r>
              <a:rPr sz="1000">
                <a:solidFill>
                  <a:srgbClr val="475569"/>
                </a:solidFill>
              </a:rPr>
              <a:t>Runs directly on terminal with local python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543" y="4457700"/>
            <a:ext cx="3169840" cy="1371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035" y="4560570"/>
            <a:ext cx="2865048" cy="1165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4F46E5"/>
                </a:solidFill>
              </a:rPr>
              <a:t>EFFICIENCY GAIN
</a:t>
            </a:r>
            <a:r>
              <a:rPr sz="1400" b="1">
                <a:solidFill>
                  <a:srgbClr val="1E1B4B"/>
                </a:solidFill>
              </a:rPr>
              <a:t>85% Faster Turnaround
</a:t>
            </a:r>
            <a:r>
              <a:rPr sz="1000" b="0">
                <a:solidFill>
                  <a:srgbClr val="64748B"/>
                </a:solidFill>
              </a:rPr>
              <a:t>vs traditional manual PowerPoint drafting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051" y="1371600"/>
            <a:ext cx="3535591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0927" y="1508760"/>
            <a:ext cx="3169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02 Quarterly Performance
</a:t>
            </a:r>
            <a:r>
              <a:rPr sz="1000" b="0">
                <a:solidFill>
                  <a:srgbClr val="64748B"/>
                </a:solidFill>
              </a:rPr>
              <a:t>Slide deck restoration volume by quarter (2026)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10927" y="2125980"/>
          <a:ext cx="316984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168435" y="1371600"/>
            <a:ext cx="3535591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311" y="1508760"/>
            <a:ext cx="3169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03 Execution Milestones
</a:t>
            </a:r>
            <a:r>
              <a:rPr sz="1000" b="0">
                <a:solidFill>
                  <a:srgbClr val="64748B"/>
                </a:solidFill>
              </a:rPr>
              <a:t>Tracked delivery stages &amp; completion metrics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351311" y="2125980"/>
          <a:ext cx="3169839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086"/>
                <a:gridCol w="853418"/>
                <a:gridCol w="975335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M1 Blueprint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Done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M2 Native PPTX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Agent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Done (100%)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M3 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Verify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Passed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M4 Multi-Merge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Merge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Ready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M5 Final Delivery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